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50292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SentinelLine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Malware Triage on Top of Assemblyline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886200"/>
            <a:ext cx="2743200" cy="36576"/>
          </a:xfrm>
          <a:prstGeom prst="rect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Policy-Driven  ·  Auditable  ·  Explainable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1097280"/>
            <a:ext cx="2743200" cy="292608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1097280"/>
            <a:ext cx="2743200" cy="914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325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&amp; Expensive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1480" y="19202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malware analysis is slow, resource-intensive, and produces overwhelming alert volumes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0" y="1097280"/>
            <a:ext cx="2743200" cy="292608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0" y="1097280"/>
            <a:ext cx="2743200" cy="914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37560" y="1325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Explain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337560" y="19202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need clear routing rationale and auditability — black-box tools don't cut it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1097280"/>
            <a:ext cx="2743200" cy="292608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1097280"/>
            <a:ext cx="2743200" cy="914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1325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Policy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63640" y="19202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structured triage, different analysts apply different criteria to the same threats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00335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Automate triage without hiding the reasoning — fast, auditable, policy-consistent.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SentinelLine Does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1097280"/>
            <a:ext cx="27432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1148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uploaded file via REST API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0" y="1097280"/>
            <a:ext cx="27432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3756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84048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33756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Entropy, file type, YARA pre-analysis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1097280"/>
            <a:ext cx="27432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76656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26364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FAST, DEEP, or HUMAN_REVIEW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" y="3017520"/>
            <a:ext cx="27432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1440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11480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Assemblyline with policy settings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00400" y="3017520"/>
            <a:ext cx="27432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3756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384048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337560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results, produce 0–100 score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26480" y="3017520"/>
            <a:ext cx="27432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6364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76656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263640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QUARANTINE / ALERT / IGNORE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" y="1188720"/>
            <a:ext cx="146304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280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1691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upload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37360" y="1188720"/>
            <a:ext cx="146304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1280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1691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146304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280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Engine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691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fsm.py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states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49240" y="1188720"/>
            <a:ext cx="146304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280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691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analysis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23760" y="1188720"/>
            <a:ext cx="146304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3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1280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69480" y="1691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dashboard/app.py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0" y="1673352"/>
            <a:ext cx="182880" cy="0"/>
          </a:xfrm>
          <a:prstGeom prst="line">
            <a:avLst/>
          </a:prstGeom>
          <a:noFill/>
          <a:ln w="19050">
            <a:solidFill>
              <a:srgbClr val="6E76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15361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1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1673352"/>
            <a:ext cx="182880" cy="0"/>
          </a:xfrm>
          <a:prstGeom prst="line">
            <a:avLst/>
          </a:prstGeom>
          <a:noFill/>
          <a:ln w="19050">
            <a:solidFill>
              <a:srgbClr val="6E76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5361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1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66360" y="1673352"/>
            <a:ext cx="182880" cy="0"/>
          </a:xfrm>
          <a:prstGeom prst="line">
            <a:avLst/>
          </a:prstGeom>
          <a:noFill/>
          <a:ln w="19050">
            <a:solidFill>
              <a:srgbClr val="6E76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5361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1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86600" y="1673352"/>
            <a:ext cx="182880" cy="0"/>
          </a:xfrm>
          <a:prstGeom prst="line">
            <a:avLst/>
          </a:prstGeom>
          <a:noFill/>
          <a:ln w="19050">
            <a:solidFill>
              <a:srgbClr val="6E76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15361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1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Pipeline States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2926080"/>
            <a:ext cx="1097280" cy="411480"/>
          </a:xfrm>
          <a:prstGeom prst="roundRect">
            <a:avLst>
              <a:gd name="adj" fmla="val 15556"/>
            </a:avLst>
          </a:prstGeom>
          <a:solidFill>
            <a:srgbClr val="1C2333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926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71600" y="2926080"/>
            <a:ext cx="118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1"/>
                </a:solidFill>
              </a:rPr>
              <a:t>›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490472" y="2926080"/>
            <a:ext cx="1097280" cy="411480"/>
          </a:xfrm>
          <a:prstGeom prst="roundRect">
            <a:avLst>
              <a:gd name="adj" fmla="val 15556"/>
            </a:avLst>
          </a:prstGeom>
          <a:solidFill>
            <a:srgbClr val="1C2333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90472" y="2926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87752" y="2926080"/>
            <a:ext cx="118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1"/>
                </a:solidFill>
              </a:rPr>
              <a:t>›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06624" y="2926080"/>
            <a:ext cx="1097280" cy="411480"/>
          </a:xfrm>
          <a:prstGeom prst="roundRect">
            <a:avLst>
              <a:gd name="adj" fmla="val 15556"/>
            </a:avLst>
          </a:prstGeom>
          <a:solidFill>
            <a:srgbClr val="1C2333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06624" y="2926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03904" y="2926080"/>
            <a:ext cx="118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1"/>
                </a:solidFill>
              </a:rPr>
              <a:t>›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922776" y="2926080"/>
            <a:ext cx="1097280" cy="411480"/>
          </a:xfrm>
          <a:prstGeom prst="roundRect">
            <a:avLst>
              <a:gd name="adj" fmla="val 15556"/>
            </a:avLst>
          </a:prstGeom>
          <a:solidFill>
            <a:srgbClr val="1C2333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22776" y="2926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0056" y="2926080"/>
            <a:ext cx="118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1"/>
                </a:solidFill>
              </a:rPr>
              <a:t>›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138928" y="2926080"/>
            <a:ext cx="1097280" cy="411480"/>
          </a:xfrm>
          <a:prstGeom prst="roundRect">
            <a:avLst>
              <a:gd name="adj" fmla="val 15556"/>
            </a:avLst>
          </a:prstGeom>
          <a:solidFill>
            <a:srgbClr val="1C2333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38928" y="2926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36208" y="2926080"/>
            <a:ext cx="118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1"/>
                </a:solidFill>
              </a:rPr>
              <a:t>›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55080" y="2926080"/>
            <a:ext cx="1097280" cy="411480"/>
          </a:xfrm>
          <a:prstGeom prst="roundRect">
            <a:avLst>
              <a:gd name="adj" fmla="val 15556"/>
            </a:avLst>
          </a:prstGeom>
          <a:solidFill>
            <a:srgbClr val="1C2333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2926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52360" y="2926080"/>
            <a:ext cx="118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1"/>
                </a:solidFill>
              </a:rPr>
              <a:t>›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571232" y="2926080"/>
            <a:ext cx="1097280" cy="411480"/>
          </a:xfrm>
          <a:prstGeom prst="roundRect">
            <a:avLst>
              <a:gd name="adj" fmla="val 15556"/>
            </a:avLst>
          </a:prstGeom>
          <a:solidFill>
            <a:srgbClr val="1C2333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1232" y="2926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3520440"/>
            <a:ext cx="859536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transition is logged to JSONL. The dashboard reads the audit trail directly for full traceability.</a:t>
            </a:r>
            <a:endParaRPr lang="en-US" sz="1200" dirty="0"/>
          </a:p>
        </p:txBody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5661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Pre-Analysis Triage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agent/app/states/triage.py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325880"/>
            <a:ext cx="274320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417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Analysis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11480" y="196596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entropy indicates packed or encrypted content — a key malware indicator. Computed locally before any submission.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0" y="1325880"/>
            <a:ext cx="274320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37560" y="1417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 Detection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37560" y="196596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bytes &amp; MIME type detection expose disguised executables regardless of extension spoofing.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1325880"/>
            <a:ext cx="274320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1417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 Rule Matching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263640" y="196596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signatures catch known malware families and suspicious code sequences before sending to Assemblyline.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solidFill>
            <a:srgbClr val="001A2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Initial Risk Profile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score  ·  file_type  ·  yara_matches  ·  risk_level  →  feeds the routing decision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Logic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agent/app/states/route.py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280160"/>
            <a:ext cx="8595360" cy="109728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35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280160"/>
            <a:ext cx="109728" cy="109728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Low entropy · No YARA hits · Benign file type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37760" y="14173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Assemblyline submission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turnaround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2514600"/>
            <a:ext cx="8595360" cy="109728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2514600"/>
            <a:ext cx="109728" cy="109728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864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Mid-range entropy · Suspicious type · Soft YARA match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37760" y="2651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timeout · Deep scan enabled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services activated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3749040"/>
            <a:ext cx="8595360" cy="109728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3749040"/>
            <a:ext cx="109728" cy="10972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840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HUMAN_REVIEW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4251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High entropy · Definitive YARA signature · Executable masquerade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37760" y="38862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to analyst queue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for manual inspection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Mapping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agent/app/policy.py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1234440"/>
            <a:ext cx="13716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2344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54480" y="1234440"/>
            <a:ext cx="146304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234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234440"/>
            <a:ext cx="128016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12344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Scan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234440"/>
            <a:ext cx="1554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234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Services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1234440"/>
            <a:ext cx="173736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Type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0" y="1234440"/>
            <a:ext cx="146304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1234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Svcs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1645920"/>
            <a:ext cx="1371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645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54480" y="1645920"/>
            <a:ext cx="146304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1645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1645920"/>
            <a:ext cx="128016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16459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1645920"/>
            <a:ext cx="15544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1645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1645920"/>
            <a:ext cx="173736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45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89520" y="1645920"/>
            <a:ext cx="146304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1645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Cuckoo, PeFile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" y="2240280"/>
            <a:ext cx="137160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240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54480" y="2240280"/>
            <a:ext cx="146304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00200" y="2240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17520" y="2240280"/>
            <a:ext cx="128016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63240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97680" y="2240280"/>
            <a:ext cx="155448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2240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Sandbox, YARA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52160" y="2240280"/>
            <a:ext cx="173736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2240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89520" y="2240280"/>
            <a:ext cx="146304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2240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available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2880" y="2834640"/>
            <a:ext cx="1371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28346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HUMAN_REVIEW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554480" y="2834640"/>
            <a:ext cx="146304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0020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017520" y="2834640"/>
            <a:ext cx="128016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63240" y="28346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97680" y="2834640"/>
            <a:ext cx="15544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3400" y="28346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852160" y="2834640"/>
            <a:ext cx="173736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97880" y="2834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dynamic+static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89520" y="2834640"/>
            <a:ext cx="146304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3524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available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82880" y="35204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route maps to a concrete submission policy that controls Assemblyline's analysis behavior.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182880" y="4069080"/>
            <a:ext cx="8778240" cy="777240"/>
          </a:xfrm>
          <a:prstGeom prst="rect">
            <a:avLst/>
          </a:prstGeom>
          <a:solidFill>
            <a:srgbClr val="001A2C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fields: timeout · deep_scan · extra_services · selected_services · analysis_type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Assemblyline Submission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agent/app/states/submit.py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8595360" cy="640080"/>
          </a:xfrm>
          <a:prstGeom prst="rect">
            <a:avLst/>
          </a:prstGeom>
          <a:solidFill>
            <a:srgbClr val="2D1B00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SentinelLine does NOT execute malware locally — it delegates all analysis to Assemblyline over REST.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0574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credentials loaded from environment variables — never hardcoded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76148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761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7797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Payload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035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+ policy settings (timeout, deep_scan, services) encoded in submit body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46557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465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4838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Assemblyline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73989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call to /api/v4/submit — returns submission ID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16966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4187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SID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44398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ID passed forward through FSM for polling and retrieval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Recommendation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agent/app/states/score.py  ·  respond.py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 → 100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" y="1645920"/>
            <a:ext cx="2103120" cy="41148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645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77440" y="1645920"/>
            <a:ext cx="21031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77440" y="1645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26–50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1645920"/>
            <a:ext cx="2103120" cy="41148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0" y="1645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51–75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1645920"/>
            <a:ext cx="2103120" cy="4114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1645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76–100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2286000"/>
            <a:ext cx="2011680" cy="246888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3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2377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27432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0–25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" y="32461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is benign or low-risk. No action required.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441448" y="2286000"/>
            <a:ext cx="2011680" cy="2468880"/>
          </a:xfrm>
          <a:prstGeom prst="rect">
            <a:avLst/>
          </a:prstGeom>
          <a:solidFill>
            <a:srgbClr val="161B22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41448" y="2377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2441448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26–50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532888" y="32461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signals found. Analyst notification triggered.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08576" y="2286000"/>
            <a:ext cx="2011680" cy="246888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08576" y="2377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4608576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51–75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00016" y="32461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threat. File isolated from environment.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775704" y="2286000"/>
            <a:ext cx="2011680" cy="246888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75704" y="2377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775704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76–100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67144" y="32461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Definitive malware. Immediate block + escalation.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Dashboard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1005840"/>
            <a:ext cx="411480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agent/app/fsm.py  ·  auditlog.py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transition logged with timestamp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routing decision and rationale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743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applied is recorded verbatim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200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history attached to final report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657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files written to analyst queue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1148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format — machine-readable, append-only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005840"/>
            <a:ext cx="420624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dashboard/app.py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1920240"/>
            <a:ext cx="393192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Overview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9204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state-by-state execution timeline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2606040"/>
            <a:ext cx="393192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Queue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9204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flagged for human review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3291840"/>
            <a:ext cx="393192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Log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92040" y="3566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HUMAN_REVIEW cases with context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3977640"/>
            <a:ext cx="393192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9204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Reader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9204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reads audit trail — no DB needed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data/docs/testing-playbook.md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234440"/>
            <a:ext cx="8595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234440"/>
            <a:ext cx="91440" cy="77724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3075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Sample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FAST route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54880" y="1417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25 → IGNORE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2148840"/>
            <a:ext cx="8595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2148840"/>
            <a:ext cx="91440" cy="7772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2219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Sample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DEEP route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0" y="2331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50–75 → QUARANTINE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4320" y="3063240"/>
            <a:ext cx="8595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3063240"/>
            <a:ext cx="91440" cy="7772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136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Definitive Sample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HUMAN_REVIEW route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54880" y="3246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75 → BLOCK + escalate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74320" y="3977640"/>
            <a:ext cx="8595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320" y="3977640"/>
            <a:ext cx="9144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40507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864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Concurrent submissions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54880" y="4160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logged, no race conditions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1005840"/>
            <a:ext cx="402336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interactive analyst approval workflow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2128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availability not pre-checked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77977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requires report shape stability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34670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 rules require manual updates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9136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path &amp; port config is environment-sensitive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0" y="1005840"/>
            <a:ext cx="429768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754880" y="1645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approval workflow with callbacks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54880" y="221284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threat intel enrichment (VirusTotal, MISP)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277977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Assemblyline service selection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54880" y="334670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scoring calibration &amp; ML integration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0" y="391363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service health checks before submit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114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SentinelLine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1371600" y="278892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0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Policy-Driven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0" y="278892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0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0" y="278892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orchestration layer that decides how to analyze a file, explains the reasoning,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to Assemblyline, and surfaces the result in a traceable dashboard.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SentinelLine</dc:title>
  <dc:subject>PptxGenJS Presentation</dc:subject>
  <dc:creator>PptxGenJS</dc:creator>
  <cp:lastModifiedBy>PptxGenJS</cp:lastModifiedBy>
  <cp:revision>1</cp:revision>
  <dcterms:created xsi:type="dcterms:W3CDTF">2026-04-17T23:37:38Z</dcterms:created>
  <dcterms:modified xsi:type="dcterms:W3CDTF">2026-04-17T23:37:38Z</dcterms:modified>
</cp:coreProperties>
</file>